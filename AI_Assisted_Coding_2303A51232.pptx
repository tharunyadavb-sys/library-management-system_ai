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17334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-731520"/>
            <a:ext cx="2926080" cy="2926080"/>
          </a:xfrm>
          <a:prstGeom prst="ellipse">
            <a:avLst/>
          </a:prstGeom>
          <a:solidFill>
            <a:srgbClr val="1565C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-365760"/>
            <a:ext cx="2011680" cy="2011680"/>
          </a:xfrm>
          <a:prstGeom prst="ellipse">
            <a:avLst/>
          </a:prstGeom>
          <a:solidFill>
            <a:srgbClr val="1E88E5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6400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Assisted Coding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15087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640080" y="2331720"/>
            <a:ext cx="5943600" cy="3657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146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Project on Modern AI Development Techniques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3246120"/>
            <a:ext cx="4754880" cy="1325880"/>
          </a:xfrm>
          <a:prstGeom prst="rect">
            <a:avLst/>
          </a:prstGeom>
          <a:solidFill>
            <a:srgbClr val="0D1B2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3246120"/>
            <a:ext cx="54864" cy="13258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337560"/>
            <a:ext cx="4389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 </a:t>
            </a:r>
            <a:r>
              <a:rPr lang="en-US" sz="13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B.Tharun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Computer Science </a:t>
            </a:r>
            <a:r>
              <a:rPr lang="en-US" sz="130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Engineering</a:t>
            </a:r>
            <a:endParaRPr lang="en-US" sz="1300" dirty="0">
              <a:solidFill>
                <a:srgbClr val="B0BEC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132320" y="4389120"/>
            <a:ext cx="1828800" cy="54864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0" y="4407408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AI &amp; Prompt Engineering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3931920" cy="356616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3931920" cy="4114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in Coding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389888"/>
            <a:ext cx="365760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is transforming software development by: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Automating repetitive coding tasks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Generating code from descriptions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Debugging and explaining code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Providing real-time suggestions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937760" y="914400"/>
            <a:ext cx="3931920" cy="356616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937760" y="914400"/>
            <a:ext cx="3931920" cy="41148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0" name="Text 8"/>
          <p:cNvSpPr/>
          <p:nvPr/>
        </p:nvSpPr>
        <p:spPr>
          <a:xfrm>
            <a:off x="498348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Prompt Engineering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029200" y="1389888"/>
            <a:ext cx="3657600" cy="29260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art of crafting effective instructions to guide AI models: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Structures human-AI communication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Improves output accuracy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Reduces trial &amp; error cycles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Maximizes AI tool effectiveness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2697480" cy="3474720"/>
          </a:xfrm>
          <a:prstGeom prst="rect">
            <a:avLst/>
          </a:prstGeom>
          <a:solidFill>
            <a:srgbClr val="FFEB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60120"/>
            <a:ext cx="2697480" cy="54864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1097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⏱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8288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Debugging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51460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and fixing bugs manually is slow and frustrating, often taking hours for a simple error.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960120"/>
            <a:ext cx="2697480" cy="3474720"/>
          </a:xfrm>
          <a:prstGeom prst="rect">
            <a:avLst/>
          </a:prstGeom>
          <a:solidFill>
            <a:srgbClr val="FFF3E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46120" y="960120"/>
            <a:ext cx="2697480" cy="54864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9"/>
          <p:cNvSpPr/>
          <p:nvPr/>
        </p:nvSpPr>
        <p:spPr>
          <a:xfrm>
            <a:off x="3337560" y="1097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📚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337560" y="18288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Steep Learning Curve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251460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struggle with syntax, frameworks, and best practices without real-time guidance or support.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960120"/>
            <a:ext cx="2697480" cy="3474720"/>
          </a:xfrm>
          <a:prstGeom prst="rect">
            <a:avLst/>
          </a:prstGeom>
          <a:solidFill>
            <a:srgbClr val="F3E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172200" y="960120"/>
            <a:ext cx="2697480" cy="54864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6" name="Text 14"/>
          <p:cNvSpPr/>
          <p:nvPr/>
        </p:nvSpPr>
        <p:spPr>
          <a:xfrm>
            <a:off x="6263640" y="109728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⚙️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6263640" y="1828800"/>
            <a:ext cx="2514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Inefficient Development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09360" y="2514600"/>
            <a:ext cx="2423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boilerplate code repeatedly wastes developer time that could be spent on problem-solving.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4663440"/>
            <a:ext cx="8595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0CA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development faces serious productivity bottlenecks — AI-assisted coding is the solution.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114800" cy="169164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548640" cy="1691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38328" y="1417320"/>
            <a:ext cx="512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1024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Coding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4475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Leverage AI tools to help developers write code faster with accurate suggestions and completions.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54880" y="914400"/>
            <a:ext cx="4114800" cy="169164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914400"/>
            <a:ext cx="548640" cy="1691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1" name="Text 9"/>
          <p:cNvSpPr/>
          <p:nvPr/>
        </p:nvSpPr>
        <p:spPr>
          <a:xfrm>
            <a:off x="4773168" y="1417320"/>
            <a:ext cx="512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440680" y="102412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Efficiency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440680" y="144475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development time by automating repetitive tasks, boilerplate, and standard patterns.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20040" y="2880360"/>
            <a:ext cx="4114800" cy="169164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0040" y="2880360"/>
            <a:ext cx="548640" cy="1691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6" name="Text 14"/>
          <p:cNvSpPr/>
          <p:nvPr/>
        </p:nvSpPr>
        <p:spPr>
          <a:xfrm>
            <a:off x="338328" y="3383280"/>
            <a:ext cx="512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005840" y="2990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Errors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4107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AI to detect bugs, suggest fixes, and review code quality in real-time during development.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4114800" cy="169164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880360"/>
            <a:ext cx="548640" cy="1691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1" name="Text 19"/>
          <p:cNvSpPr/>
          <p:nvPr/>
        </p:nvSpPr>
        <p:spPr>
          <a:xfrm>
            <a:off x="4773168" y="3383280"/>
            <a:ext cx="512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</a:rPr>
              <a:t>04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440680" y="29900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Learners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40680" y="3410712"/>
            <a:ext cx="3291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beginners with guidance, explanations, and context to accelerate their learning journey.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Prompt Engineering?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8595360" cy="868680"/>
          </a:xfrm>
          <a:prstGeom prst="rect">
            <a:avLst/>
          </a:prstGeom>
          <a:solidFill>
            <a:srgbClr val="1565C0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886968"/>
            <a:ext cx="84124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Definition: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Engineering is the practice of designing and structuring input instructions to guide AI models toward desired, accurate, and useful outputs.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it Important?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901952"/>
            <a:ext cx="1463040" cy="3657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2377440"/>
            <a:ext cx="201168" cy="20116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5000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 AI output quality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201168" cy="20116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5292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ambiguous responses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383280"/>
            <a:ext cx="201168" cy="20116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5584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 token usage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74320" y="3886200"/>
            <a:ext cx="201168" cy="201168"/>
          </a:xfrm>
          <a:prstGeom prst="ellipse">
            <a:avLst/>
          </a:prstGeom>
          <a:solidFill>
            <a:srgbClr val="00ACC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58768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development time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Prompts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1901952"/>
            <a:ext cx="1280160" cy="36576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2377440"/>
            <a:ext cx="4114800" cy="73152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2377440"/>
            <a:ext cx="54864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41401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92040" y="27249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direct questions or commands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54880" y="3246120"/>
            <a:ext cx="4114800" cy="73152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54880" y="3246120"/>
            <a:ext cx="54864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4892040" y="328269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92040" y="359359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Detailed prompts with context &amp; constraints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54880" y="4114800"/>
            <a:ext cx="4114800" cy="73152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4114800"/>
            <a:ext cx="54864" cy="7315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8" name="Text 26"/>
          <p:cNvSpPr/>
          <p:nvPr/>
        </p:nvSpPr>
        <p:spPr>
          <a:xfrm>
            <a:off x="4892040" y="4151376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92040" y="446227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Refined prompts based on prior AI output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Used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27432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Tools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417320"/>
            <a:ext cx="3931920" cy="86868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417320"/>
            <a:ext cx="54864" cy="8686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5087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💬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149047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1828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OpenAI's conversational AI for code gen &amp; explanations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2423160"/>
            <a:ext cx="3931920" cy="86868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74320" y="2423160"/>
            <a:ext cx="54864" cy="8686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" y="25146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05840" y="249631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05840" y="2834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AI for complex coding and debugging tasks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74320" y="3429000"/>
            <a:ext cx="3931920" cy="86868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3429000"/>
            <a:ext cx="54864" cy="868680"/>
          </a:xfrm>
          <a:prstGeom prst="rect">
            <a:avLst/>
          </a:prstGeom>
          <a:solidFill>
            <a:srgbClr val="1E88E5"/>
          </a:solidFill>
          <a:ln/>
        </p:spPr>
      </p:sp>
      <p:sp>
        <p:nvSpPr>
          <p:cNvPr id="17" name="Text 15"/>
          <p:cNvSpPr/>
          <p:nvPr/>
        </p:nvSpPr>
        <p:spPr>
          <a:xfrm>
            <a:off x="365760" y="3520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🐙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05840" y="350215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38404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extension for real-time code suggestions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91440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3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 Tech Stack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937760" y="1417320"/>
            <a:ext cx="3931920" cy="749808"/>
          </a:xfrm>
          <a:prstGeom prst="rect">
            <a:avLst/>
          </a:prstGeom>
          <a:solidFill>
            <a:srgbClr val="F9FBE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937760" y="1417320"/>
            <a:ext cx="54864" cy="74980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3" name="Text 21"/>
          <p:cNvSpPr/>
          <p:nvPr/>
        </p:nvSpPr>
        <p:spPr>
          <a:xfrm>
            <a:off x="5029200" y="15270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🟨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623560" y="14813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/ Node.js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623560" y="180136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language &amp; runtime environment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37760" y="2286000"/>
            <a:ext cx="3931920" cy="749808"/>
          </a:xfrm>
          <a:prstGeom prst="rect">
            <a:avLst/>
          </a:prstGeom>
          <a:solidFill>
            <a:srgbClr val="F9FBE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2286000"/>
            <a:ext cx="54864" cy="74980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23957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⚛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5623560" y="23500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5623560" y="26700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UI development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937760" y="3154680"/>
            <a:ext cx="3931920" cy="749808"/>
          </a:xfrm>
          <a:prstGeom prst="rect">
            <a:avLst/>
          </a:prstGeom>
          <a:solidFill>
            <a:srgbClr val="F9FBE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4937760" y="3154680"/>
            <a:ext cx="54864" cy="74980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0" y="32644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623560" y="32186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5623560" y="35387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communication &amp; integration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4023360"/>
            <a:ext cx="3931920" cy="749808"/>
          </a:xfrm>
          <a:prstGeom prst="rect">
            <a:avLst/>
          </a:prstGeom>
          <a:solidFill>
            <a:srgbClr val="F9FBE7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4023360"/>
            <a:ext cx="54864" cy="749808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38" name="Text 36"/>
          <p:cNvSpPr/>
          <p:nvPr/>
        </p:nvSpPr>
        <p:spPr>
          <a:xfrm>
            <a:off x="5029200" y="41330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🖊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5623560" y="408736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623560" y="44074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development IDE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Workflow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60120"/>
            <a:ext cx="187452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78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554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👤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57200" y="2240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inputs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2029968"/>
            <a:ext cx="1828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0" name="Text 8"/>
          <p:cNvSpPr/>
          <p:nvPr/>
        </p:nvSpPr>
        <p:spPr>
          <a:xfrm>
            <a:off x="2313432" y="190195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514600" y="9601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514600" y="960120"/>
            <a:ext cx="1874520" cy="502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978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514600" y="1554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📝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2606040" y="2240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prompt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crafted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434840" y="2029968"/>
            <a:ext cx="1828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7" name="Text 15"/>
          <p:cNvSpPr/>
          <p:nvPr/>
        </p:nvSpPr>
        <p:spPr>
          <a:xfrm>
            <a:off x="4462272" y="190195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663440" y="960120"/>
            <a:ext cx="1874520" cy="5029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20" name="Text 18"/>
          <p:cNvSpPr/>
          <p:nvPr/>
        </p:nvSpPr>
        <p:spPr>
          <a:xfrm>
            <a:off x="4663440" y="978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663440" y="1554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🤖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4754880" y="2240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processes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583680" y="2029968"/>
            <a:ext cx="182880" cy="54864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4" name="Text 22"/>
          <p:cNvSpPr/>
          <p:nvPr/>
        </p:nvSpPr>
        <p:spPr>
          <a:xfrm>
            <a:off x="6611112" y="1901952"/>
            <a:ext cx="2011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1565C0"/>
                </a:solidFill>
              </a:rPr>
              <a:t>▶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812280" y="960120"/>
            <a:ext cx="1874520" cy="22860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12280" y="960120"/>
            <a:ext cx="187452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27" name="Text 25"/>
          <p:cNvSpPr/>
          <p:nvPr/>
        </p:nvSpPr>
        <p:spPr>
          <a:xfrm>
            <a:off x="6812280" y="978408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812280" y="1554480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000000"/>
                </a:solidFill>
              </a:rPr>
              <a:t>💻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903720" y="2240280"/>
            <a:ext cx="1691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/ Fix / 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Explanation generated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65760" y="3429000"/>
            <a:ext cx="8412480" cy="36576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1" name="Shape 29"/>
          <p:cNvSpPr/>
          <p:nvPr/>
        </p:nvSpPr>
        <p:spPr>
          <a:xfrm>
            <a:off x="365760" y="3465576"/>
            <a:ext cx="36576" cy="50292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2" name="Shape 30"/>
          <p:cNvSpPr/>
          <p:nvPr/>
        </p:nvSpPr>
        <p:spPr>
          <a:xfrm>
            <a:off x="8741664" y="3465576"/>
            <a:ext cx="36576" cy="502920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3" name="Shape 31"/>
          <p:cNvSpPr/>
          <p:nvPr/>
        </p:nvSpPr>
        <p:spPr>
          <a:xfrm>
            <a:off x="365760" y="3931920"/>
            <a:ext cx="8412480" cy="36576"/>
          </a:xfrm>
          <a:prstGeom prst="rect">
            <a:avLst/>
          </a:prstGeom>
          <a:solidFill>
            <a:srgbClr val="BDBDBD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  Iterative Refinement: Review AI output → Refine prompt → Get improved results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Features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4069080" cy="182880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06908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92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Code Generation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11480" y="15087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generate functional code from natural language descriptions or requirements.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914400"/>
            <a:ext cx="4069080" cy="1828800"/>
          </a:xfrm>
          <a:prstGeom prst="rect">
            <a:avLst/>
          </a:prstGeom>
          <a:solidFill>
            <a:srgbClr val="FFEBEE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914400"/>
            <a:ext cx="4069080" cy="50292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0" name="Text 8"/>
          <p:cNvSpPr/>
          <p:nvPr/>
        </p:nvSpPr>
        <p:spPr>
          <a:xfrm>
            <a:off x="4800600" y="96926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Error Fixing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46320" y="150876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bugs and receive instant fix suggestions with explanations for each error.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2926080"/>
            <a:ext cx="4069080" cy="1828800"/>
          </a:xfrm>
          <a:prstGeom prst="rect">
            <a:avLst/>
          </a:prstGeom>
          <a:solidFill>
            <a:srgbClr val="F3E5F5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926080"/>
            <a:ext cx="4069080" cy="502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365760" y="29809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Code Explanation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plain-English explanations of complex code to understand logic and flow easily.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2926080"/>
            <a:ext cx="4069080" cy="1828800"/>
          </a:xfrm>
          <a:prstGeom prst="rect">
            <a:avLst/>
          </a:prstGeom>
          <a:solidFill>
            <a:srgbClr val="E8F5E9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2926080"/>
            <a:ext cx="4069080" cy="5029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2980944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Optimization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6320" y="3520440"/>
            <a:ext cx="3749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suggestions for improving code performance, readability, and efficiency.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Use Cases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502920" cy="12344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283464" y="118872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🔌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10058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APIs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13898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08760" y="13898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"Create a REST API endpoint for user login with JWT authentication using Node.js"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989320" y="1005840"/>
            <a:ext cx="2743200" cy="10515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11" name="Text 9"/>
          <p:cNvSpPr/>
          <p:nvPr/>
        </p:nvSpPr>
        <p:spPr>
          <a:xfrm>
            <a:off x="6053328" y="10241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Output: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53328" y="129844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complete Express.js route with validation, JWT token, and error handling.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74320" y="228600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2286000"/>
            <a:ext cx="50292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5" name="Text 13"/>
          <p:cNvSpPr/>
          <p:nvPr/>
        </p:nvSpPr>
        <p:spPr>
          <a:xfrm>
            <a:off x="283464" y="256032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🐛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868680" y="23774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Fixing Bugs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27614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508760" y="27614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"Here is my function that crashes on empty input. Please find and fix the bug."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2377440"/>
            <a:ext cx="2743200" cy="10515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0" name="Text 18"/>
          <p:cNvSpPr/>
          <p:nvPr/>
        </p:nvSpPr>
        <p:spPr>
          <a:xfrm>
            <a:off x="6053328" y="23957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Output: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053328" y="267004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identifies null reference error and provides fixed code with boundary checks.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365760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74320" y="3657600"/>
            <a:ext cx="502920" cy="123444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283464" y="3931920"/>
            <a:ext cx="493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🎨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868680" y="3749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Creating UI Components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68680" y="4133088"/>
            <a:ext cx="685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508760" y="4133088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"Build a responsive card component in React with image, title, and action button."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5989320" y="3749040"/>
            <a:ext cx="2743200" cy="1051560"/>
          </a:xfrm>
          <a:prstGeom prst="rect">
            <a:avLst/>
          </a:prstGeom>
          <a:solidFill>
            <a:srgbClr val="E3F2FD"/>
          </a:solidFill>
          <a:ln/>
        </p:spPr>
      </p:sp>
      <p:sp>
        <p:nvSpPr>
          <p:cNvPr id="29" name="Text 27"/>
          <p:cNvSpPr/>
          <p:nvPr/>
        </p:nvSpPr>
        <p:spPr>
          <a:xfrm>
            <a:off x="6053328" y="3767328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Output: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053328" y="4041648"/>
            <a:ext cx="26060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generates complete React JSX with props, styling, and responsive CSS classes.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Advantages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2651760" cy="365760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2651760" cy="50292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11480" y="978408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Faster Development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97280" y="1600200"/>
            <a:ext cx="1097280" cy="1097280"/>
          </a:xfrm>
          <a:prstGeom prst="ellipse">
            <a:avLst/>
          </a:prstGeom>
          <a:solidFill>
            <a:srgbClr val="1565C0">
              <a:alpha val="8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097280" y="2487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8803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time spent writing repetitive boilerplate and standard code patterns.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46120" y="914400"/>
            <a:ext cx="2651760" cy="365760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914400"/>
            <a:ext cx="2651760" cy="5029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13" name="Text 11"/>
          <p:cNvSpPr/>
          <p:nvPr/>
        </p:nvSpPr>
        <p:spPr>
          <a:xfrm>
            <a:off x="3337560" y="978408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Reduced Effort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023360" y="1600200"/>
            <a:ext cx="1097280" cy="1097280"/>
          </a:xfrm>
          <a:prstGeom prst="ellipse">
            <a:avLst/>
          </a:prstGeom>
          <a:solidFill>
            <a:srgbClr val="00ACC1">
              <a:alpha val="85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02336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4023360" y="2487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83280" y="28803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searching through documentation and stack overflow for solutions.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72200" y="914400"/>
            <a:ext cx="2651760" cy="3657600"/>
          </a:xfrm>
          <a:prstGeom prst="rect">
            <a:avLst/>
          </a:prstGeom>
          <a:solidFill>
            <a:srgbClr val="E3F2F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72200" y="914400"/>
            <a:ext cx="2651760" cy="5029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978408"/>
            <a:ext cx="24688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🎓  Learning Support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949440" y="1600200"/>
            <a:ext cx="1097280" cy="1097280"/>
          </a:xfrm>
          <a:prstGeom prst="ellipse">
            <a:avLst/>
          </a:prstGeom>
          <a:solidFill>
            <a:srgbClr val="6A1B9A">
              <a:alpha val="8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6949440" y="1874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70%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6949440" y="2487168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46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309360" y="288036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 developers gain confidence with real-time explanations and examples.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2342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60120"/>
            <a:ext cx="50292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6" name="Text 4"/>
          <p:cNvSpPr/>
          <p:nvPr/>
        </p:nvSpPr>
        <p:spPr>
          <a:xfrm>
            <a:off x="274320" y="12344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86968" y="1051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Requires Good Prompts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4173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Vague or poorly structured prompts lead to inaccurate or irrelevant output. Effective use requires practice and skill.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989320" y="1069848"/>
            <a:ext cx="274320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0" name="Text 8"/>
          <p:cNvSpPr/>
          <p:nvPr/>
        </p:nvSpPr>
        <p:spPr>
          <a:xfrm>
            <a:off x="6053328" y="11887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Learn prompt engineering best practices.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33172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331720"/>
            <a:ext cx="50292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6060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⚠️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86968" y="24231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Generate Incorrect Output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86968" y="27889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can produce plausible-looking but functionally wrong code that may still contain bugs or logic errors.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441448"/>
            <a:ext cx="274320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17" name="Text 15"/>
          <p:cNvSpPr/>
          <p:nvPr/>
        </p:nvSpPr>
        <p:spPr>
          <a:xfrm>
            <a:off x="6053328" y="25603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Always review and test AI-generated code.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3703320"/>
            <a:ext cx="8595360" cy="12344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3703320"/>
            <a:ext cx="502920" cy="123444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977640"/>
            <a:ext cx="512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86968" y="37947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on AI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86968" y="41605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63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Over-reliance on AI may slow down a developer's growth in core programming skills and independent thinking.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89320" y="3813048"/>
            <a:ext cx="2743200" cy="1005840"/>
          </a:xfrm>
          <a:prstGeom prst="rect">
            <a:avLst/>
          </a:prstGeom>
          <a:solidFill>
            <a:srgbClr val="E8F5E9"/>
          </a:solidFill>
          <a:ln/>
        </p:spPr>
      </p:sp>
      <p:sp>
        <p:nvSpPr>
          <p:cNvPr id="24" name="Text 22"/>
          <p:cNvSpPr/>
          <p:nvPr/>
        </p:nvSpPr>
        <p:spPr>
          <a:xfrm>
            <a:off x="6053328" y="3931920"/>
            <a:ext cx="2606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Mitigation: Use AI as an assistant, not a replacement.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3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3200400" cy="3200400"/>
          </a:xfrm>
          <a:prstGeom prst="ellipse">
            <a:avLst/>
          </a:prstGeom>
          <a:solidFill>
            <a:srgbClr val="1565C0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2926080" cy="2926080"/>
          </a:xfrm>
          <a:prstGeom prst="ellipse">
            <a:avLst/>
          </a:prstGeom>
          <a:solidFill>
            <a:srgbClr val="00ACC1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Future Scope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00400" y="987552"/>
            <a:ext cx="2743200" cy="45720"/>
          </a:xfrm>
          <a:prstGeom prst="rect">
            <a:avLst/>
          </a:prstGeom>
          <a:solidFill>
            <a:srgbClr val="00ACC1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0AC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1664208"/>
            <a:ext cx="3931920" cy="530352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6824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AI tools significantly accelerate the development lifecycle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3931920" cy="530352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23042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Prompt engineering is a critical skill for modern developers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65760" y="2907792"/>
            <a:ext cx="3931920" cy="530352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292608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Reduces errors and improves code quality with AI assistance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4632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E0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846320" y="1664208"/>
            <a:ext cx="3931920" cy="530352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682496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Deep IDE integration (VS Code, JetBrains)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46320" y="2286000"/>
            <a:ext cx="3931920" cy="530352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304288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🤝  Team collaboration with AI suggestions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846320" y="2907792"/>
            <a:ext cx="3931920" cy="530352"/>
          </a:xfrm>
          <a:prstGeom prst="rect">
            <a:avLst/>
          </a:prstGeom>
          <a:solidFill>
            <a:srgbClr val="0D1B2E"/>
          </a:solidFill>
          <a:ln/>
        </p:spPr>
      </p:sp>
      <p:sp>
        <p:nvSpPr>
          <p:cNvPr id="19" name="Text 17"/>
          <p:cNvSpPr/>
          <p:nvPr/>
        </p:nvSpPr>
        <p:spPr>
          <a:xfrm>
            <a:off x="4983480" y="2926080"/>
            <a:ext cx="3703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Smarter context-aware AI assistants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26280" y="1188720"/>
            <a:ext cx="45720" cy="2560320"/>
          </a:xfrm>
          <a:prstGeom prst="rect">
            <a:avLst/>
          </a:prstGeom>
          <a:solidFill>
            <a:srgbClr val="00ACC1">
              <a:alpha val="5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" y="4206240"/>
            <a:ext cx="8229600" cy="68580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4224528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"The future of development is not man vs machine — it is man with machine."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852</Words>
  <Application>Microsoft Office PowerPoint</Application>
  <PresentationFormat>On-screen Show (16:9)</PresentationFormat>
  <Paragraphs>179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Assisted Coding using Prompt Engineering</dc:title>
  <dc:subject>PptxGenJS Presentation</dc:subject>
  <dc:creator>PptxGenJS</dc:creator>
  <cp:lastModifiedBy>Bobbili Tharun</cp:lastModifiedBy>
  <cp:revision>2</cp:revision>
  <dcterms:created xsi:type="dcterms:W3CDTF">2026-04-14T15:39:15Z</dcterms:created>
  <dcterms:modified xsi:type="dcterms:W3CDTF">2026-04-21T10:05:06Z</dcterms:modified>
</cp:coreProperties>
</file>